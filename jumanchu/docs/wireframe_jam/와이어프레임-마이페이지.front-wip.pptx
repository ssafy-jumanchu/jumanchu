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59" r:id="rId9"/>
    <p:sldId id="256" r:id="rId10"/>
    <p:sldId id="257" r:id="rId11"/>
    <p:sldId id="258" r:id="rId12"/>
    <p:sldId id="260" r:id="rId13"/>
    <p:sldId id="268" r:id="rId14"/>
    <p:sldId id="269" r:id="rId15"/>
    <p:sldId id="270" r:id="rId16"/>
    <p:sldId id="291" r:id="rId17"/>
    <p:sldId id="290" r:id="rId18"/>
    <p:sldId id="271" r:id="rId19"/>
    <p:sldId id="272" r:id="rId20"/>
    <p:sldId id="273" r:id="rId21"/>
    <p:sldId id="274" r:id="rId22"/>
    <p:sldId id="277" r:id="rId23"/>
    <p:sldId id="278" r:id="rId24"/>
    <p:sldId id="281" r:id="rId25"/>
    <p:sldId id="283" r:id="rId26"/>
    <p:sldId id="284" r:id="rId27"/>
    <p:sldId id="282" r:id="rId28"/>
    <p:sldId id="275" r:id="rId29"/>
    <p:sldId id="276" r:id="rId30"/>
    <p:sldId id="279" r:id="rId31"/>
    <p:sldId id="280" r:id="rId32"/>
    <p:sldId id="287" r:id="rId33"/>
    <p:sldId id="286" r:id="rId34"/>
    <p:sldId id="285" r:id="rId35"/>
    <p:sldId id="289" r:id="rId36"/>
    <p:sldId id="288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180F0-FF68-1DA0-2677-E1BF5A23C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E56AEA-C139-D178-3F9A-B68196040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49DB2-986C-73A5-6D48-9DD61BCC2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7B8F5E-7A04-3B13-6110-25F6E5C47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4BF372-0669-3AB3-4855-23C65C3F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14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188A6-DB8B-BC39-39F2-C023E3BE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A2CDBF-733F-539A-4FC3-188AAB220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C8DA04-0CDF-ADFA-BC47-55F4431F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373FCB-998F-8595-3F8B-244597BC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6A2873-B299-45AE-18EA-E3299125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124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D37570-EB12-134A-EB32-A3C928CE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931ECD-47DE-A93A-30C2-2FFA3F77A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EAC0EE-0B0D-65A2-9FF4-27F91902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AA506-CA5B-2758-CB1D-0623CFA2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F1BD71-46B8-2CC3-AF0B-5DF1BEE5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687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11D20-0535-180A-1A1D-02125DBA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E31B6A-EDA5-4EEA-5306-C81364E18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FB1222-8847-1D1A-7C63-6A18BC1CB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A8C23D-9B95-F0D1-F6FD-D6EF0C96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EAD807-A724-7CB9-906F-C4E143F6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F2333D-82F1-3B5A-5135-3CCAF4ECF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908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5957E-B857-7F71-8D54-24DB3D5F9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BF6F86-EB40-A207-4E83-5CE16E271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BC6698-5049-4E20-E792-309E52B03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E32BBA-D034-492B-FCB6-F7AE4F253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76F7F3-4C7E-625F-B8CE-86016978D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074904-11D8-8BA5-7EE2-337423388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223AB0-68EE-DB3D-5A55-B15B4184C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B61332-36CF-043F-8D8B-881F9927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30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437FB-795C-E882-263D-D32FAFB1E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7FECE9-2AA1-2748-9F80-6CF79728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36C0BF-812E-A6D2-EDF1-DA77D42E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0F39DA-D159-3FA3-9ABA-DACA7CE98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79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B6483A-C758-011E-53B0-425E6ACA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FF8905-8714-AAAC-A46E-42560A1E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AAE4CE-07D9-7AEE-E824-A5A9B4A9E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328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6A12-538B-1CB1-186A-BDA374FD4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07C3A7-6B3B-0ED4-FA25-9EB652FEC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087056-993F-D0BF-BF8A-8D0FCD6C9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B90FCE-20AD-9684-5C0E-8070620C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8A0486-C33B-DF17-BE28-3CCE8AA1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634C97-2EBD-84D9-9FC9-60DAD34B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98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6F5FA0-B12B-6549-4043-5BA992C7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69C8A9-969C-7424-84AE-F29785E19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E874FD-1F1D-93F3-19C0-524791EEE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E74280-C958-D32E-A839-F494B793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A50C31-F682-9D96-B13D-DA5A728DC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D4FB49-3813-F099-F995-8CC6291F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41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F3736-35A7-38BE-C6C7-8C5022F93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185A8A-480C-E5D9-5156-15FDD8607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C0536D-F707-6A7A-9DA6-3295DEB6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61C8E-DAE1-5205-AFEE-B661BEA23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CBC311-F598-B693-ECFC-C76C39D4C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5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FBA74DE-0C99-2DB0-F4F0-7B52DCAEB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0544D6-B7B7-3630-3B6E-AF1E20C5E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C16746-1FF5-7BCA-A2A0-A103BED78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20B9BD-DC3C-71BB-E1C8-12110514C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615C27-F3D3-F99A-C434-17DE5D26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88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D4A634-DB6E-5E76-6857-90A6DBE6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11997C-7AE8-9C36-4CB3-95E0774D1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5C096-9184-04D3-1E5D-A633D4B2F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D9B87-90CA-479D-8816-33373E2285E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D873DC-024A-1808-D5DC-9153BCB6C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3F4C37-30E0-AAF8-7E95-1C3BD0A23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2B03F-9085-4778-A058-B84F65629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06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6B1F-6BF2-2B86-A7BC-4ED944A7A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996BAA-1CFE-37B7-8876-7EC458DF9BE9}"/>
              </a:ext>
            </a:extLst>
          </p:cNvPr>
          <p:cNvSpPr txBox="1"/>
          <p:nvPr/>
        </p:nvSpPr>
        <p:spPr>
          <a:xfrm>
            <a:off x="4618672" y="2828835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00" b="1" dirty="0" err="1"/>
              <a:t>온보딩</a:t>
            </a:r>
            <a:endParaRPr lang="ko-KR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3658235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64551EA-FD78-8578-12BE-6F99EC402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71" y="452437"/>
            <a:ext cx="5924550" cy="59531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0682F05-3823-81F8-468F-B61417A17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643" y="452437"/>
            <a:ext cx="5137513" cy="595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3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C30AE87-CFA8-3658-26F1-1FB354C17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61925"/>
            <a:ext cx="5962650" cy="65341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52E7FE-4DA3-B07F-1953-08B47121F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120" y="268116"/>
            <a:ext cx="5479457" cy="632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0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9D4FB6-7F16-A50F-C7DE-5E6DC674D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15" y="412376"/>
            <a:ext cx="4942901" cy="60332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CF1E031-D899-3AE4-9C83-EEB59BD25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77" y="412375"/>
            <a:ext cx="5269857" cy="603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BF2606B-9BFC-B4A0-57E5-EDA51A997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64" y="341355"/>
            <a:ext cx="5571956" cy="61752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96EFA4-FB66-5B87-01C5-68358B547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382" y="341355"/>
            <a:ext cx="5690888" cy="61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77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06C69B1-1C2A-A862-C6DE-F809CEA13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5927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696C11F-B93D-E530-B0DF-B90AEE50E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658" y="0"/>
            <a:ext cx="7002934" cy="509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729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0699F41-98C2-1031-73CE-D4BDCC008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89" y="266700"/>
            <a:ext cx="6600825" cy="6324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F02A7F9-10EE-F53E-61AD-752A74521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890" y="266700"/>
            <a:ext cx="5048250" cy="1790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36A9823-C498-F32D-1866-3C2BE75B2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565" y="2257425"/>
            <a:ext cx="53625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54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3D14D1-0129-9A68-8E7D-0DD3C829D762}"/>
              </a:ext>
            </a:extLst>
          </p:cNvPr>
          <p:cNvSpPr txBox="1"/>
          <p:nvPr/>
        </p:nvSpPr>
        <p:spPr>
          <a:xfrm>
            <a:off x="3695343" y="2828835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00" b="1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358441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43779E-40AC-2C66-50E0-9D83D0528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3" y="537781"/>
            <a:ext cx="9304338" cy="12505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85F4A54-1818-C2A3-0532-566166690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664701" cy="53778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132A6F-9571-12E8-AF38-2D9E40588CCD}"/>
              </a:ext>
            </a:extLst>
          </p:cNvPr>
          <p:cNvSpPr/>
          <p:nvPr/>
        </p:nvSpPr>
        <p:spPr>
          <a:xfrm>
            <a:off x="360363" y="1930400"/>
            <a:ext cx="1524000" cy="2324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내 투자</a:t>
            </a:r>
            <a:endParaRPr lang="en-US" altLang="ko-KR" b="1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프로필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활동 내역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6C3DD94-1441-A9AE-3056-00E042F25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396" y="4616925"/>
            <a:ext cx="7529475" cy="59143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74BA74-637E-225D-0588-E15909C7E818}"/>
              </a:ext>
            </a:extLst>
          </p:cNvPr>
          <p:cNvSpPr txBox="1"/>
          <p:nvPr/>
        </p:nvSpPr>
        <p:spPr>
          <a:xfrm>
            <a:off x="9778658" y="5278587"/>
            <a:ext cx="24133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ko-KR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realized_pnl</a:t>
            </a:r>
            <a:r>
              <a:rPr lang="ko-KR" altLang="ko-KR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= (매도 </a:t>
            </a:r>
            <a:r>
              <a:rPr lang="ko-KR" altLang="ko-KR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체결가</a:t>
            </a:r>
            <a:r>
              <a:rPr lang="ko-KR" altLang="ko-KR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− 매도 시점 </a:t>
            </a:r>
            <a:r>
              <a:rPr lang="ko-KR" altLang="ko-KR" b="0" i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평균매입가</a:t>
            </a:r>
            <a:r>
              <a:rPr lang="ko-KR" altLang="ko-KR" b="0" i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 × 매도수량</a:t>
            </a:r>
            <a:endParaRPr lang="ko-KR" altLang="ko-KR" b="0" i="0" dirty="0">
              <a:solidFill>
                <a:srgbClr val="616161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69043E-82AF-FD76-60DD-0712A5E0D2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277"/>
          <a:stretch>
            <a:fillRect/>
          </a:stretch>
        </p:blipFill>
        <p:spPr>
          <a:xfrm>
            <a:off x="4656932" y="1896748"/>
            <a:ext cx="4861179" cy="261175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17DEBF3-CF5B-F539-7B3E-4EF34797E9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8175" y="1896748"/>
            <a:ext cx="2424945" cy="257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85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CF916-E714-6FE3-61C6-FF7264538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FFE240B-C858-4A44-9CA6-32D73FCD6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3" y="537781"/>
            <a:ext cx="9304338" cy="12505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7E7127D-104C-8182-50BA-D29C47EEF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664701" cy="53778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5CB92C-EBCD-63A5-ED88-C4E0C3FEAF97}"/>
              </a:ext>
            </a:extLst>
          </p:cNvPr>
          <p:cNvSpPr/>
          <p:nvPr/>
        </p:nvSpPr>
        <p:spPr>
          <a:xfrm>
            <a:off x="360363" y="1930400"/>
            <a:ext cx="1524000" cy="2324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 투자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b="1" dirty="0"/>
              <a:t>프로필</a:t>
            </a:r>
            <a:endParaRPr lang="en-US" altLang="ko-KR" b="1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활동 내역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702D66-EC47-EFED-522C-D601C59C5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725" y="1930400"/>
            <a:ext cx="3781268" cy="29409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B8B9C37-E077-2207-7C10-4E038A951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725" y="5013464"/>
            <a:ext cx="7546976" cy="120596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B1D7B42-498D-1AC3-524B-B71D5FF72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4554" y="1930400"/>
            <a:ext cx="3750147" cy="294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37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A781-5A91-83C8-5A26-6C105556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8DBE57-0904-50A3-98EA-16B5FE9D8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3" y="537781"/>
            <a:ext cx="9304338" cy="12505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3F1F6B-2CA7-BC8E-A048-2450A9F5A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664701" cy="53778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1302855-F59A-5A97-9977-E5BFAE0DD8F7}"/>
              </a:ext>
            </a:extLst>
          </p:cNvPr>
          <p:cNvSpPr/>
          <p:nvPr/>
        </p:nvSpPr>
        <p:spPr>
          <a:xfrm>
            <a:off x="360363" y="1930400"/>
            <a:ext cx="1524000" cy="2324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 투자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프로필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b="1" dirty="0"/>
              <a:t>활동 내역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C183F2-95D7-3574-1C37-BE6B852C4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224" y="1930401"/>
            <a:ext cx="5626144" cy="22206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B699D01-8FF9-3AA7-7F70-56FBF6E8F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0230" y="1930400"/>
            <a:ext cx="2024471" cy="2197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1C32013-5717-02FF-E032-D1BC1B43F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9225" y="4293120"/>
            <a:ext cx="5626144" cy="353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37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C17A8BA-9FA9-0A02-FC26-EF2E98F43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333375"/>
            <a:ext cx="9763125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50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ED4F9B-8A98-02CD-AC7C-FF362D4347D5}"/>
              </a:ext>
            </a:extLst>
          </p:cNvPr>
          <p:cNvSpPr txBox="1"/>
          <p:nvPr/>
        </p:nvSpPr>
        <p:spPr>
          <a:xfrm>
            <a:off x="5542002" y="2828835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b="1" dirty="0"/>
              <a:t>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510948-A7E9-C8D4-F865-CCBB9DD5B3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3" r="54085"/>
          <a:stretch>
            <a:fillRect/>
          </a:stretch>
        </p:blipFill>
        <p:spPr>
          <a:xfrm>
            <a:off x="1293640" y="4533900"/>
            <a:ext cx="9604720" cy="106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87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8951D7DA-F8AF-B1DF-84FD-6D1CFB1D0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08544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6E2A926-C70E-ACC7-3BA8-69AA32E1C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651" y="0"/>
            <a:ext cx="3613897" cy="685800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DA3C74-93AD-77CC-4037-F691F8094E5B}"/>
              </a:ext>
            </a:extLst>
          </p:cNvPr>
          <p:cNvSpPr/>
          <p:nvPr/>
        </p:nvSpPr>
        <p:spPr>
          <a:xfrm>
            <a:off x="9999662" y="673100"/>
            <a:ext cx="1709737" cy="537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db</a:t>
            </a:r>
            <a:r>
              <a:rPr lang="en-US" altLang="ko-KR" b="1" dirty="0"/>
              <a:t> </a:t>
            </a:r>
            <a:r>
              <a:rPr lang="ko-KR" altLang="en-US" b="1" dirty="0"/>
              <a:t>작업 필요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9134CB-9512-E648-5D87-A60352B0E790}"/>
              </a:ext>
            </a:extLst>
          </p:cNvPr>
          <p:cNvSpPr/>
          <p:nvPr/>
        </p:nvSpPr>
        <p:spPr>
          <a:xfrm>
            <a:off x="9349581" y="1651000"/>
            <a:ext cx="3009898" cy="421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o-KR" altLang="en-US" b="1" dirty="0"/>
              <a:t>테이블생성</a:t>
            </a:r>
            <a:endParaRPr lang="en-US" altLang="ko-KR" b="1" dirty="0"/>
          </a:p>
          <a:p>
            <a:pPr marL="342900" indent="-342900" algn="ctr">
              <a:buAutoNum type="arabicPeriod"/>
            </a:pPr>
            <a:r>
              <a:rPr lang="ko-KR" altLang="en-US" b="1" dirty="0"/>
              <a:t>주요 일정 삽입</a:t>
            </a:r>
            <a:r>
              <a:rPr lang="en-US" altLang="ko-KR" b="1" dirty="0"/>
              <a:t>(</a:t>
            </a:r>
            <a:r>
              <a:rPr lang="ko-KR" altLang="en-US" b="1" dirty="0"/>
              <a:t>완료</a:t>
            </a:r>
            <a:r>
              <a:rPr lang="en-US" altLang="ko-KR" b="1" dirty="0"/>
              <a:t>)</a:t>
            </a:r>
          </a:p>
          <a:p>
            <a:pPr marL="342900" indent="-342900" algn="ctr">
              <a:buAutoNum type="arabicPeriod"/>
            </a:pPr>
            <a:r>
              <a:rPr lang="ko-KR" altLang="en-US" b="1" dirty="0"/>
              <a:t>목표 정해서 넣기</a:t>
            </a:r>
          </a:p>
        </p:txBody>
      </p:sp>
    </p:spTree>
    <p:extLst>
      <p:ext uri="{BB962C8B-B14F-4D97-AF65-F5344CB8AC3E}">
        <p14:creationId xmlns:p14="http://schemas.microsoft.com/office/powerpoint/2010/main" val="487005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A03F82D-0D63-0E1D-78F9-D236C6156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25" y="0"/>
            <a:ext cx="9758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525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B4D0C-0EA2-5B3C-3B84-4BE27192F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B0A1CB-DD68-9B38-6C93-F3EC3C7942FD}"/>
              </a:ext>
            </a:extLst>
          </p:cNvPr>
          <p:cNvSpPr txBox="1"/>
          <p:nvPr/>
        </p:nvSpPr>
        <p:spPr>
          <a:xfrm>
            <a:off x="3070975" y="2828835"/>
            <a:ext cx="60500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b="1" dirty="0" err="1"/>
              <a:t>스와이프</a:t>
            </a:r>
            <a:r>
              <a:rPr lang="ko-KR" altLang="en-US" sz="7200" b="1" dirty="0"/>
              <a:t> 카드</a:t>
            </a:r>
          </a:p>
        </p:txBody>
      </p:sp>
    </p:spTree>
    <p:extLst>
      <p:ext uri="{BB962C8B-B14F-4D97-AF65-F5344CB8AC3E}">
        <p14:creationId xmlns:p14="http://schemas.microsoft.com/office/powerpoint/2010/main" val="4047378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3E5871A-FFF1-FF80-3B03-2D251A0E3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92256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51E3E24-CDF2-9E35-3FA7-F19BD7B6D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2152650"/>
            <a:ext cx="680085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79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C7A5A4-C2DC-6BEC-E5D5-2CD9FA101B97}"/>
              </a:ext>
            </a:extLst>
          </p:cNvPr>
          <p:cNvSpPr txBox="1"/>
          <p:nvPr/>
        </p:nvSpPr>
        <p:spPr>
          <a:xfrm>
            <a:off x="2446604" y="2828835"/>
            <a:ext cx="72987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b="1" dirty="0"/>
              <a:t>종목 상세 페이지</a:t>
            </a:r>
          </a:p>
        </p:txBody>
      </p:sp>
    </p:spTree>
    <p:extLst>
      <p:ext uri="{BB962C8B-B14F-4D97-AF65-F5344CB8AC3E}">
        <p14:creationId xmlns:p14="http://schemas.microsoft.com/office/powerpoint/2010/main" val="3345193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87185C0-37B2-CD90-9A2F-757E2C1F3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86835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2DD4C27-0E04-4955-0F91-0C40B63126A9}"/>
              </a:ext>
            </a:extLst>
          </p:cNvPr>
          <p:cNvSpPr/>
          <p:nvPr/>
        </p:nvSpPr>
        <p:spPr>
          <a:xfrm>
            <a:off x="3970422" y="5041232"/>
            <a:ext cx="2716414" cy="1816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매수</a:t>
            </a:r>
            <a:r>
              <a:rPr lang="en-US" altLang="ko-KR" dirty="0"/>
              <a:t>/</a:t>
            </a:r>
            <a:r>
              <a:rPr lang="ko-KR" altLang="en-US" dirty="0"/>
              <a:t>매도 시뮬레이션</a:t>
            </a:r>
            <a:endParaRPr lang="en-US" altLang="ko-KR" dirty="0"/>
          </a:p>
          <a:p>
            <a:pPr algn="ctr"/>
            <a:r>
              <a:rPr lang="ko-KR" altLang="en-US" dirty="0"/>
              <a:t>물타기 </a:t>
            </a:r>
            <a:r>
              <a:rPr lang="en-US" altLang="ko-KR" dirty="0"/>
              <a:t>-&gt; </a:t>
            </a:r>
            <a:r>
              <a:rPr lang="ko-KR" altLang="en-US" dirty="0"/>
              <a:t>평단 </a:t>
            </a:r>
            <a:r>
              <a:rPr lang="ko-KR" altLang="en-US" dirty="0" err="1"/>
              <a:t>시뮬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72ADEF-B6B4-005B-D4DC-BB06B0C8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84" y="1932322"/>
            <a:ext cx="1573458" cy="329617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FE60E6-43BB-7C86-55C9-1BA799C4FCA5}"/>
              </a:ext>
            </a:extLst>
          </p:cNvPr>
          <p:cNvSpPr/>
          <p:nvPr/>
        </p:nvSpPr>
        <p:spPr>
          <a:xfrm>
            <a:off x="61785" y="1587518"/>
            <a:ext cx="3116179" cy="3200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종목 홈 </a:t>
            </a:r>
            <a:r>
              <a:rPr lang="en-US" altLang="ko-KR" sz="1200" dirty="0"/>
              <a:t>| </a:t>
            </a:r>
            <a:r>
              <a:rPr lang="ko-KR" altLang="en-US" sz="1200" dirty="0"/>
              <a:t>종목정보 </a:t>
            </a:r>
            <a:r>
              <a:rPr lang="en-US" altLang="ko-KR" sz="1200" dirty="0"/>
              <a:t>| </a:t>
            </a:r>
            <a:r>
              <a:rPr lang="ko-KR" altLang="en-US" sz="1200" dirty="0"/>
              <a:t>뉴스 </a:t>
            </a:r>
            <a:r>
              <a:rPr lang="en-US" altLang="ko-KR" sz="1200" dirty="0"/>
              <a:t>| </a:t>
            </a:r>
            <a:r>
              <a:rPr lang="ko-KR" altLang="en-US" sz="1200" dirty="0"/>
              <a:t>커뮤니티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D2E622-0BBC-D25B-D4E0-B916279ED9A6}"/>
              </a:ext>
            </a:extLst>
          </p:cNvPr>
          <p:cNvSpPr/>
          <p:nvPr/>
        </p:nvSpPr>
        <p:spPr>
          <a:xfrm>
            <a:off x="2586789" y="1932322"/>
            <a:ext cx="1383633" cy="3200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C65FC7F-A7D1-EEAA-0B44-DEDE35D88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164" y="0"/>
            <a:ext cx="4451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23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4811C-889F-CA4E-6C1C-25201F27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A96395C-B869-18BE-40B5-8588DBE61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84" y="508584"/>
            <a:ext cx="5267325" cy="153352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CC9D73A-8451-AE44-D9E5-5574EE320D3A}"/>
              </a:ext>
            </a:extLst>
          </p:cNvPr>
          <p:cNvSpPr/>
          <p:nvPr/>
        </p:nvSpPr>
        <p:spPr>
          <a:xfrm>
            <a:off x="385011" y="2093495"/>
            <a:ext cx="5269831" cy="4331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삼성 전자 뉴스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F44DED4-D4E7-8692-3439-C75E9A192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21" y="2578018"/>
            <a:ext cx="5200650" cy="39909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6B75E9B-4342-90DF-7481-7483D156F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609" y="508584"/>
            <a:ext cx="1529493" cy="322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55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4FDD8-F7BB-B4B4-5F5E-CB6F82DA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9193BBC-5DDE-D8DA-9A27-FF5AE6BD8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84" y="508584"/>
            <a:ext cx="5267325" cy="153352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64E993A-87B1-C4B0-0196-A534F5F21F26}"/>
              </a:ext>
            </a:extLst>
          </p:cNvPr>
          <p:cNvSpPr/>
          <p:nvPr/>
        </p:nvSpPr>
        <p:spPr>
          <a:xfrm>
            <a:off x="385011" y="2093495"/>
            <a:ext cx="5269831" cy="4331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삼전 </a:t>
            </a:r>
            <a:r>
              <a:rPr lang="ko-KR" altLang="en-US" dirty="0" err="1"/>
              <a:t>종토방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6DA0BB-E400-1B50-C13A-C4A7BC888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21" y="2578018"/>
            <a:ext cx="5200650" cy="39909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B2A2322-5BE9-EDED-94DA-7EDA2B320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609" y="508584"/>
            <a:ext cx="1529493" cy="32212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3ED1F7-E112-7154-53A8-879C96DB2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3414" y="6124602"/>
            <a:ext cx="5476875" cy="2476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EF2927C-8FBD-2BD3-133A-B0FBBDD3F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9970" y="852616"/>
            <a:ext cx="4847019" cy="515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17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55AD-D65F-7A70-F9FC-A0E5BA9A4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245168-B2EF-108D-B10B-938F2E3F5355}"/>
              </a:ext>
            </a:extLst>
          </p:cNvPr>
          <p:cNvSpPr txBox="1"/>
          <p:nvPr/>
        </p:nvSpPr>
        <p:spPr>
          <a:xfrm>
            <a:off x="1782162" y="2828835"/>
            <a:ext cx="86276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b="1" dirty="0"/>
              <a:t>주식 조회</a:t>
            </a:r>
            <a:r>
              <a:rPr lang="en-US" altLang="ko-KR" sz="7200" b="1" dirty="0"/>
              <a:t>/</a:t>
            </a:r>
            <a:r>
              <a:rPr lang="ko-KR" altLang="en-US" sz="7200" b="1" dirty="0"/>
              <a:t>관심 종목</a:t>
            </a:r>
          </a:p>
        </p:txBody>
      </p:sp>
    </p:spTree>
    <p:extLst>
      <p:ext uri="{BB962C8B-B14F-4D97-AF65-F5344CB8AC3E}">
        <p14:creationId xmlns:p14="http://schemas.microsoft.com/office/powerpoint/2010/main" val="1852258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59EE1-2C71-1FB1-6A6A-DAA64B60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E65283A2-5B1F-82CA-F055-B4B77EAA8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66952" cy="68580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E8235D-7B01-BE61-7F93-D056BDD45C32}"/>
              </a:ext>
            </a:extLst>
          </p:cNvPr>
          <p:cNvSpPr/>
          <p:nvPr/>
        </p:nvSpPr>
        <p:spPr>
          <a:xfrm>
            <a:off x="142875" y="1228725"/>
            <a:ext cx="5114925" cy="5324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관심종목 추가할까요</a:t>
            </a:r>
            <a:r>
              <a:rPr lang="en-US" altLang="ko-KR" dirty="0"/>
              <a:t>?</a:t>
            </a:r>
          </a:p>
          <a:p>
            <a:pPr algn="ctr"/>
            <a:endParaRPr lang="en-US" altLang="ko-KR" dirty="0"/>
          </a:p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ko-KR" altLang="en-US" dirty="0"/>
              <a:t>팝업</a:t>
            </a:r>
            <a:endParaRPr lang="en-US" altLang="ko-KR" dirty="0"/>
          </a:p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ko-KR" altLang="en-US" dirty="0" err="1"/>
              <a:t>스와이프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9D50C08-86D7-9CD6-7001-5C2530DE9144}"/>
              </a:ext>
            </a:extLst>
          </p:cNvPr>
          <p:cNvSpPr/>
          <p:nvPr/>
        </p:nvSpPr>
        <p:spPr>
          <a:xfrm>
            <a:off x="1495425" y="542926"/>
            <a:ext cx="51149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검색창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E8D3F3-436A-CEE9-DD21-63CDC1A55699}"/>
              </a:ext>
            </a:extLst>
          </p:cNvPr>
          <p:cNvSpPr/>
          <p:nvPr/>
        </p:nvSpPr>
        <p:spPr>
          <a:xfrm>
            <a:off x="6753225" y="542926"/>
            <a:ext cx="49847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관심</a:t>
            </a:r>
          </a:p>
        </p:txBody>
      </p:sp>
    </p:spTree>
    <p:extLst>
      <p:ext uri="{BB962C8B-B14F-4D97-AF65-F5344CB8AC3E}">
        <p14:creationId xmlns:p14="http://schemas.microsoft.com/office/powerpoint/2010/main" val="624568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FEE00-8CF4-B981-2DFD-DA30E99F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A7815A8D-A1E1-FB55-26E2-70934EAE1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66952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64E0D0B-D747-E09D-B65A-C72DF0FDBD52}"/>
              </a:ext>
            </a:extLst>
          </p:cNvPr>
          <p:cNvSpPr/>
          <p:nvPr/>
        </p:nvSpPr>
        <p:spPr>
          <a:xfrm>
            <a:off x="1495425" y="542926"/>
            <a:ext cx="51149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검색창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25708B-E06E-A5AD-059D-1728DFD56A0A}"/>
              </a:ext>
            </a:extLst>
          </p:cNvPr>
          <p:cNvSpPr/>
          <p:nvPr/>
        </p:nvSpPr>
        <p:spPr>
          <a:xfrm>
            <a:off x="6753225" y="542926"/>
            <a:ext cx="49847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관심</a:t>
            </a:r>
          </a:p>
        </p:txBody>
      </p:sp>
    </p:spTree>
    <p:extLst>
      <p:ext uri="{BB962C8B-B14F-4D97-AF65-F5344CB8AC3E}">
        <p14:creationId xmlns:p14="http://schemas.microsoft.com/office/powerpoint/2010/main" val="2826851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49651-BFC7-749B-11FF-B4F964C79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BEA7EF-30CF-4B7C-F1B6-32092F4C35D1}"/>
              </a:ext>
            </a:extLst>
          </p:cNvPr>
          <p:cNvSpPr txBox="1"/>
          <p:nvPr/>
        </p:nvSpPr>
        <p:spPr>
          <a:xfrm>
            <a:off x="3994306" y="2828835"/>
            <a:ext cx="42033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b="1" dirty="0"/>
              <a:t>보유 종목</a:t>
            </a:r>
          </a:p>
        </p:txBody>
      </p:sp>
    </p:spTree>
    <p:extLst>
      <p:ext uri="{BB962C8B-B14F-4D97-AF65-F5344CB8AC3E}">
        <p14:creationId xmlns:p14="http://schemas.microsoft.com/office/powerpoint/2010/main" val="3856269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D290CB5-FF91-6CDA-A270-B12AF704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474868" cy="6858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50E205-10E1-07AF-3724-E47D93A3DB33}"/>
              </a:ext>
            </a:extLst>
          </p:cNvPr>
          <p:cNvSpPr/>
          <p:nvPr/>
        </p:nvSpPr>
        <p:spPr>
          <a:xfrm>
            <a:off x="5730875" y="5648325"/>
            <a:ext cx="3527425" cy="110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뉴스 </a:t>
            </a:r>
            <a:r>
              <a:rPr lang="en-US" altLang="ko-KR" dirty="0"/>
              <a:t>/ </a:t>
            </a:r>
            <a:r>
              <a:rPr lang="ko-KR" altLang="en-US" dirty="0"/>
              <a:t>커뮤니티</a:t>
            </a:r>
          </a:p>
        </p:txBody>
      </p:sp>
    </p:spTree>
    <p:extLst>
      <p:ext uri="{BB962C8B-B14F-4D97-AF65-F5344CB8AC3E}">
        <p14:creationId xmlns:p14="http://schemas.microsoft.com/office/powerpoint/2010/main" val="155294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F62D012-8A57-48DA-1A7D-DEFD1EAF4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762" y="109537"/>
            <a:ext cx="5476875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07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AEF7E-2ACD-87B9-A347-08BD5107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B4ED3-B324-5069-A0FA-AFBF641BA781}"/>
              </a:ext>
            </a:extLst>
          </p:cNvPr>
          <p:cNvSpPr txBox="1"/>
          <p:nvPr/>
        </p:nvSpPr>
        <p:spPr>
          <a:xfrm>
            <a:off x="4157009" y="2828835"/>
            <a:ext cx="38779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b="1" dirty="0"/>
              <a:t>커뮤니티</a:t>
            </a:r>
          </a:p>
        </p:txBody>
      </p:sp>
    </p:spTree>
    <p:extLst>
      <p:ext uri="{BB962C8B-B14F-4D97-AF65-F5344CB8AC3E}">
        <p14:creationId xmlns:p14="http://schemas.microsoft.com/office/powerpoint/2010/main" val="2938118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326D0-676E-1944-37F3-DD3189D6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81C6F3-452C-7D40-587F-792D70509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09955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0BBC22A-389F-5D8A-B9B1-77D9B7961DAB}"/>
              </a:ext>
            </a:extLst>
          </p:cNvPr>
          <p:cNvSpPr/>
          <p:nvPr/>
        </p:nvSpPr>
        <p:spPr>
          <a:xfrm>
            <a:off x="5225535" y="4704348"/>
            <a:ext cx="1684420" cy="2153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현재 인기종목</a:t>
            </a:r>
            <a:endParaRPr lang="en-US" altLang="ko-KR" dirty="0"/>
          </a:p>
          <a:p>
            <a:pPr algn="ctr"/>
            <a:r>
              <a:rPr lang="ko-KR" altLang="en-US" dirty="0"/>
              <a:t>커뮤니티 바로 가기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D87FB2-7C0F-6542-F023-0B5EBBAFAD2E}"/>
              </a:ext>
            </a:extLst>
          </p:cNvPr>
          <p:cNvSpPr/>
          <p:nvPr/>
        </p:nvSpPr>
        <p:spPr>
          <a:xfrm>
            <a:off x="7194378" y="4704348"/>
            <a:ext cx="1684420" cy="2153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주식조회에서 </a:t>
            </a:r>
            <a:r>
              <a:rPr lang="ko-KR" altLang="en-US" dirty="0" err="1"/>
              <a:t>사용한거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5835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4B1FB-F111-9D01-779E-454ECED4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C1D1E2-2A47-5F93-5DF0-5151C5E7805E}"/>
              </a:ext>
            </a:extLst>
          </p:cNvPr>
          <p:cNvSpPr txBox="1"/>
          <p:nvPr/>
        </p:nvSpPr>
        <p:spPr>
          <a:xfrm>
            <a:off x="5080339" y="2828835"/>
            <a:ext cx="20313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b="1" dirty="0"/>
              <a:t>뉴스</a:t>
            </a:r>
          </a:p>
        </p:txBody>
      </p:sp>
    </p:spTree>
    <p:extLst>
      <p:ext uri="{BB962C8B-B14F-4D97-AF65-F5344CB8AC3E}">
        <p14:creationId xmlns:p14="http://schemas.microsoft.com/office/powerpoint/2010/main" val="25353274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093141E-0844-FFA2-FBE8-51F402019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8014583" cy="642620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AD1CB32-5A72-B6B8-0D80-3D27D552F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0637"/>
            <a:ext cx="5257800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32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76A71-B4EB-6774-5064-6EC18470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E69407-241F-8681-B42F-0D155107029E}"/>
              </a:ext>
            </a:extLst>
          </p:cNvPr>
          <p:cNvSpPr txBox="1"/>
          <p:nvPr/>
        </p:nvSpPr>
        <p:spPr>
          <a:xfrm>
            <a:off x="3994305" y="2828835"/>
            <a:ext cx="42033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b="1" dirty="0" err="1"/>
              <a:t>장투</a:t>
            </a:r>
            <a:r>
              <a:rPr lang="ko-KR" altLang="en-US" sz="7200" b="1" dirty="0"/>
              <a:t> 케어</a:t>
            </a:r>
          </a:p>
        </p:txBody>
      </p:sp>
    </p:spTree>
    <p:extLst>
      <p:ext uri="{BB962C8B-B14F-4D97-AF65-F5344CB8AC3E}">
        <p14:creationId xmlns:p14="http://schemas.microsoft.com/office/powerpoint/2010/main" val="28164370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7E303E9-26CC-781A-8C3E-AA4AE979B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109" y="0"/>
            <a:ext cx="8863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800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E794451-EBA5-F8AD-D289-E3919CBD0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9520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5EE9068-F302-6408-4B7F-A5469585C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450" y="2557462"/>
            <a:ext cx="628650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37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29B50-256A-4C4D-D1D2-73C020775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85B298-1DE0-4313-0227-0367D0382859}"/>
              </a:ext>
            </a:extLst>
          </p:cNvPr>
          <p:cNvSpPr txBox="1"/>
          <p:nvPr/>
        </p:nvSpPr>
        <p:spPr>
          <a:xfrm>
            <a:off x="3994305" y="2828835"/>
            <a:ext cx="42033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b="1" dirty="0"/>
              <a:t>매매 일기</a:t>
            </a:r>
          </a:p>
        </p:txBody>
      </p:sp>
    </p:spTree>
    <p:extLst>
      <p:ext uri="{BB962C8B-B14F-4D97-AF65-F5344CB8AC3E}">
        <p14:creationId xmlns:p14="http://schemas.microsoft.com/office/powerpoint/2010/main" val="17159629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8A3B4DC-82C5-FC82-0B8E-38461A24B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8015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0AE388-E012-9FDA-C3CC-F93A61811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587" y="3697287"/>
            <a:ext cx="68294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57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103</Words>
  <Application>Microsoft Office PowerPoint</Application>
  <PresentationFormat>와이드스크린</PresentationFormat>
  <Paragraphs>48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맑은 고딕</vt:lpstr>
      <vt:lpstr>Arial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강재민</dc:creator>
  <cp:lastModifiedBy>강재민</cp:lastModifiedBy>
  <cp:revision>17</cp:revision>
  <dcterms:created xsi:type="dcterms:W3CDTF">2026-06-08T09:31:12Z</dcterms:created>
  <dcterms:modified xsi:type="dcterms:W3CDTF">2026-06-12T07:52:53Z</dcterms:modified>
</cp:coreProperties>
</file>