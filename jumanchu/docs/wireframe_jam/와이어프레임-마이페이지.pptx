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59" r:id="rId9"/>
    <p:sldId id="256" r:id="rId10"/>
    <p:sldId id="257" r:id="rId11"/>
    <p:sldId id="258" r:id="rId12"/>
    <p:sldId id="260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94660"/>
  </p:normalViewPr>
  <p:slideViewPr>
    <p:cSldViewPr snapToGrid="0">
      <p:cViewPr varScale="1">
        <p:scale>
          <a:sx n="76" d="100"/>
          <a:sy n="76" d="100"/>
        </p:scale>
        <p:origin x="108" y="17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0180F0-FF68-1DA0-2677-E1BF5A23C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E56AEA-C139-D178-3F9A-B681960405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449DB2-986C-73A5-6D48-9DD61BCC2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B87-90CA-479D-8816-33373E2285E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7B8F5E-7A04-3B13-6110-25F6E5C47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4BF372-0669-3AB3-4855-23C65C3F7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2B03F-9085-4778-A058-B84F65629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1146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E188A6-DB8B-BC39-39F2-C023E3BE5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A2CDBF-733F-539A-4FC3-188AAB220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C8DA04-0CDF-ADFA-BC47-55F4431F9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B87-90CA-479D-8816-33373E2285E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373FCB-998F-8595-3F8B-244597BCD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6A2873-B299-45AE-18EA-E3299125E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2B03F-9085-4778-A058-B84F65629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124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D37570-EB12-134A-EB32-A3C928CEE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931ECD-47DE-A93A-30C2-2FFA3F77A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EAC0EE-0B0D-65A2-9FF4-27F91902F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B87-90CA-479D-8816-33373E2285E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8AA506-CA5B-2758-CB1D-0623CFA26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F1BD71-46B8-2CC3-AF0B-5DF1BEE5E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2B03F-9085-4778-A058-B84F65629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687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11D20-0535-180A-1A1D-02125DBAB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E31B6A-EDA5-4EEA-5306-C81364E187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FB1222-8847-1D1A-7C63-6A18BC1CB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A8C23D-9B95-F0D1-F6FD-D6EF0C962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B87-90CA-479D-8816-33373E2285E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EAD807-A724-7CB9-906F-C4E143F6E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F2333D-82F1-3B5A-5135-3CCAF4ECF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2B03F-9085-4778-A058-B84F65629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908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F5957E-B857-7F71-8D54-24DB3D5F9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BF6F86-EB40-A207-4E83-5CE16E271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BC6698-5049-4E20-E792-309E52B03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E32BBA-D034-492B-FCB6-F7AE4F253E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576F7F3-4C7E-625F-B8CE-86016978DA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074904-11D8-8BA5-7EE2-337423388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B87-90CA-479D-8816-33373E2285E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6223AB0-68EE-DB3D-5A55-B15B4184C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AB61332-36CF-043F-8D8B-881F9927B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2B03F-9085-4778-A058-B84F65629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309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C437FB-795C-E882-263D-D32FAFB1E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77FECE9-2AA1-2748-9F80-6CF797289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B87-90CA-479D-8816-33373E2285E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36C0BF-812E-A6D2-EDF1-DA77D42E9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0F39DA-D159-3FA3-9ABA-DACA7CE98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2B03F-9085-4778-A058-B84F65629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791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0B6483A-C758-011E-53B0-425E6ACA8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B87-90CA-479D-8816-33373E2285E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FFF8905-8714-AAAC-A46E-42560A1EE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AAE4CE-07D9-7AEE-E824-A5A9B4A9E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2B03F-9085-4778-A058-B84F65629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328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96A12-538B-1CB1-186A-BDA374FD4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07C3A7-6B3B-0ED4-FA25-9EB652FEC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087056-993F-D0BF-BF8A-8D0FCD6C9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B90FCE-20AD-9684-5C0E-8070620C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B87-90CA-479D-8816-33373E2285E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8A0486-C33B-DF17-BE28-3CCE8AA14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634C97-2EBD-84D9-9FC9-60DAD34B7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2B03F-9085-4778-A058-B84F65629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987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6F5FA0-B12B-6549-4043-5BA992C73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69C8A9-969C-7424-84AE-F29785E194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E874FD-1F1D-93F3-19C0-524791EEE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E74280-C958-D32E-A839-F494B7938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B87-90CA-479D-8816-33373E2285E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A50C31-F682-9D96-B13D-DA5A728DC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D4FB49-3813-F099-F995-8CC6291FD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2B03F-9085-4778-A058-B84F65629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411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0F3736-35A7-38BE-C6C7-8C5022F93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185A8A-480C-E5D9-5156-15FDD8607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C0536D-F707-6A7A-9DA6-3295DEB60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B87-90CA-479D-8816-33373E2285E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661C8E-DAE1-5205-AFEE-B661BEA23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CBC311-F598-B693-ECFC-C76C39D4C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2B03F-9085-4778-A058-B84F65629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52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FBA74DE-0C99-2DB0-F4F0-7B52DCAEBE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0544D6-B7B7-3630-3B6E-AF1E20C5E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C16746-1FF5-7BCA-A2A0-A103BED78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B87-90CA-479D-8816-33373E2285E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20B9BD-DC3C-71BB-E1C8-12110514C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615C27-F3D3-F99A-C434-17DE5D266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2B03F-9085-4778-A058-B84F65629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0887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DD4A634-DB6E-5E76-6857-90A6DBE68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11997C-7AE8-9C36-4CB3-95E0774D1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25C096-9184-04D3-1E5D-A633D4B2F0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D9B87-90CA-479D-8816-33373E2285E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D873DC-024A-1808-D5DC-9153BCB6CE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3F4C37-30E0-AAF8-7E95-1C3BD0A23F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2B03F-9085-4778-A058-B84F65629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063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16B1F-6BF2-2B86-A7BC-4ED944A7A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996BAA-1CFE-37B7-8876-7EC458DF9BE9}"/>
              </a:ext>
            </a:extLst>
          </p:cNvPr>
          <p:cNvSpPr txBox="1"/>
          <p:nvPr/>
        </p:nvSpPr>
        <p:spPr>
          <a:xfrm>
            <a:off x="4618672" y="2828835"/>
            <a:ext cx="29546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200" b="1" dirty="0" err="1"/>
              <a:t>온보딩</a:t>
            </a:r>
            <a:endParaRPr lang="ko-KR" alt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3658235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64551EA-FD78-8578-12BE-6F99EC402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71" y="452437"/>
            <a:ext cx="5924550" cy="59531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0682F05-3823-81F8-468F-B61417A17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643" y="452437"/>
            <a:ext cx="5137513" cy="595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335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C30AE87-CFA8-3658-26F1-1FB354C17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161925"/>
            <a:ext cx="5962650" cy="65341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A52E7FE-4DA3-B07F-1953-08B47121F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120" y="268116"/>
            <a:ext cx="5479457" cy="632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105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D9D4FB6-7F16-A50F-C7DE-5E6DC674D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15" y="412376"/>
            <a:ext cx="4942901" cy="60332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CF1E031-D899-3AE4-9C83-EEB59BD25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577" y="412375"/>
            <a:ext cx="5269857" cy="603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10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BF2606B-9BFC-B4A0-57E5-EDA51A997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64" y="341355"/>
            <a:ext cx="5571956" cy="617528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996EFA4-FB66-5B87-01C5-68358B547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382" y="341355"/>
            <a:ext cx="5690888" cy="617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777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06C69B1-1C2A-A862-C6DE-F809CEA13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59277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696C11F-B93D-E530-B0DF-B90AEE50E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658" y="0"/>
            <a:ext cx="7002934" cy="509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729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0699F41-98C2-1031-73CE-D4BDCC008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89" y="266700"/>
            <a:ext cx="6600825" cy="63246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F02A7F9-10EE-F53E-61AD-752A74521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890" y="266700"/>
            <a:ext cx="5048250" cy="17907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36A9823-C498-F32D-1866-3C2BE75B2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9565" y="2257425"/>
            <a:ext cx="5362575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454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3D14D1-0129-9A68-8E7D-0DD3C829D762}"/>
              </a:ext>
            </a:extLst>
          </p:cNvPr>
          <p:cNvSpPr txBox="1"/>
          <p:nvPr/>
        </p:nvSpPr>
        <p:spPr>
          <a:xfrm>
            <a:off x="3695343" y="2828835"/>
            <a:ext cx="48013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200" b="1" dirty="0"/>
              <a:t>마이페이지</a:t>
            </a:r>
          </a:p>
        </p:txBody>
      </p:sp>
    </p:spTree>
    <p:extLst>
      <p:ext uri="{BB962C8B-B14F-4D97-AF65-F5344CB8AC3E}">
        <p14:creationId xmlns:p14="http://schemas.microsoft.com/office/powerpoint/2010/main" val="3584413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943779E-40AC-2C66-50E0-9D83D0528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63" y="537781"/>
            <a:ext cx="9304338" cy="125054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85F4A54-1818-C2A3-0532-566166690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664701" cy="537781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C442A0E-C06C-34FD-49A2-400B527A8334}"/>
              </a:ext>
            </a:extLst>
          </p:cNvPr>
          <p:cNvSpPr/>
          <p:nvPr/>
        </p:nvSpPr>
        <p:spPr>
          <a:xfrm>
            <a:off x="2007396" y="1930400"/>
            <a:ext cx="3665536" cy="14492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계좌 정보</a:t>
            </a:r>
            <a:endParaRPr lang="en-US" altLang="ko-KR" dirty="0"/>
          </a:p>
          <a:p>
            <a:pPr algn="ctr"/>
            <a:r>
              <a:rPr lang="ko-KR" altLang="en-US" dirty="0"/>
              <a:t>잔액 </a:t>
            </a:r>
            <a:r>
              <a:rPr lang="en-US" altLang="ko-KR" dirty="0"/>
              <a:t>/ </a:t>
            </a:r>
            <a:r>
              <a:rPr lang="ko-KR" altLang="en-US" dirty="0"/>
              <a:t>현재 수익률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27AAD89-1285-28CB-D530-48C2E4C06B86}"/>
              </a:ext>
            </a:extLst>
          </p:cNvPr>
          <p:cNvSpPr/>
          <p:nvPr/>
        </p:nvSpPr>
        <p:spPr>
          <a:xfrm>
            <a:off x="5795965" y="1930400"/>
            <a:ext cx="3665536" cy="14492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보유 종목 현황</a:t>
            </a:r>
            <a:endParaRPr lang="en-US" altLang="ko-KR" dirty="0"/>
          </a:p>
          <a:p>
            <a:pPr algn="ctr"/>
            <a:r>
              <a:rPr lang="ko-KR" altLang="en-US" dirty="0"/>
              <a:t>보유 종목 </a:t>
            </a:r>
            <a:r>
              <a:rPr lang="en-US" altLang="ko-KR" dirty="0"/>
              <a:t>/ </a:t>
            </a:r>
            <a:r>
              <a:rPr lang="ko-KR" altLang="en-US" dirty="0"/>
              <a:t>보유 수 </a:t>
            </a:r>
            <a:r>
              <a:rPr lang="en-US" altLang="ko-KR" dirty="0"/>
              <a:t>/ </a:t>
            </a:r>
            <a:r>
              <a:rPr lang="ko-KR" altLang="en-US" dirty="0"/>
              <a:t>현재 수익률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132A6F-9571-12E8-AF38-2D9E40588CCD}"/>
              </a:ext>
            </a:extLst>
          </p:cNvPr>
          <p:cNvSpPr/>
          <p:nvPr/>
        </p:nvSpPr>
        <p:spPr>
          <a:xfrm>
            <a:off x="360363" y="1930400"/>
            <a:ext cx="1524000" cy="2324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내 투자</a:t>
            </a:r>
            <a:endParaRPr lang="en-US" altLang="ko-KR" b="1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프로필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활동 내역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6C3DD94-1441-A9AE-3056-00E042F25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7396" y="3521733"/>
            <a:ext cx="7529475" cy="59143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74BA74-637E-225D-0588-E15909C7E818}"/>
              </a:ext>
            </a:extLst>
          </p:cNvPr>
          <p:cNvSpPr txBox="1"/>
          <p:nvPr/>
        </p:nvSpPr>
        <p:spPr>
          <a:xfrm>
            <a:off x="9778658" y="5278587"/>
            <a:ext cx="24133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ko-KR" b="0" i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realized_pnl</a:t>
            </a:r>
            <a:r>
              <a:rPr lang="ko-KR" altLang="ko-KR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= (매도 </a:t>
            </a:r>
            <a:r>
              <a:rPr lang="ko-KR" altLang="ko-KR" b="0" i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체결가</a:t>
            </a:r>
            <a:r>
              <a:rPr lang="ko-KR" altLang="ko-KR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− 매도 시점 </a:t>
            </a:r>
            <a:r>
              <a:rPr lang="ko-KR" altLang="ko-KR" b="0" i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평균매입가</a:t>
            </a:r>
            <a:r>
              <a:rPr lang="ko-KR" altLang="ko-KR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) × 매도수량</a:t>
            </a:r>
            <a:endParaRPr lang="ko-KR" altLang="ko-KR" b="0" i="0" dirty="0">
              <a:solidFill>
                <a:srgbClr val="616161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785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CF916-E714-6FE3-61C6-FF7264538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FFE240B-C858-4A44-9CA6-32D73FCD6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63" y="537781"/>
            <a:ext cx="9304338" cy="125054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7E7127D-104C-8182-50BA-D29C47EEF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664701" cy="53778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5CB92C-EBCD-63A5-ED88-C4E0C3FEAF97}"/>
              </a:ext>
            </a:extLst>
          </p:cNvPr>
          <p:cNvSpPr/>
          <p:nvPr/>
        </p:nvSpPr>
        <p:spPr>
          <a:xfrm>
            <a:off x="360363" y="1930400"/>
            <a:ext cx="1524000" cy="2324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내 투자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b="1" dirty="0"/>
              <a:t>프로필</a:t>
            </a:r>
            <a:endParaRPr lang="en-US" altLang="ko-KR" b="1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활동 내역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8702D66-EC47-EFED-522C-D601C59C5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7725" y="1930400"/>
            <a:ext cx="3781268" cy="294098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B8B9C37-E077-2207-7C10-4E038A9514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7725" y="5013464"/>
            <a:ext cx="7546976" cy="120596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B1D7B42-498D-1AC3-524B-B71D5FF72D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4554" y="1930400"/>
            <a:ext cx="3750147" cy="2940987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0C9FF6CD-158D-58D1-FE9C-7659EC19E5F4}"/>
              </a:ext>
            </a:extLst>
          </p:cNvPr>
          <p:cNvSpPr/>
          <p:nvPr/>
        </p:nvSpPr>
        <p:spPr>
          <a:xfrm>
            <a:off x="2306558" y="3762923"/>
            <a:ext cx="3403601" cy="4915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737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FA781-5A91-83C8-5A26-6C105556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B8DBE57-0904-50A3-98EA-16B5FE9D8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63" y="537781"/>
            <a:ext cx="9304338" cy="125054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C3F1F6B-2CA7-BC8E-A048-2450A9F5A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664701" cy="53778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51302855-F59A-5A97-9977-E5BFAE0DD8F7}"/>
              </a:ext>
            </a:extLst>
          </p:cNvPr>
          <p:cNvSpPr/>
          <p:nvPr/>
        </p:nvSpPr>
        <p:spPr>
          <a:xfrm>
            <a:off x="360363" y="1930400"/>
            <a:ext cx="1524000" cy="2324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내 투자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프로필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b="1" dirty="0"/>
              <a:t>활동 내역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3C183F2-95D7-3574-1C37-BE6B852C4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9224" y="1930401"/>
            <a:ext cx="5626144" cy="222064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B699D01-8FF9-3AA7-7F70-56FBF6E8F7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0230" y="1930400"/>
            <a:ext cx="2024471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937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C17A8BA-9FA9-0A02-FC26-EF2E98F43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333375"/>
            <a:ext cx="9763125" cy="61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650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ED4F9B-8A98-02CD-AC7C-FF362D4347D5}"/>
              </a:ext>
            </a:extLst>
          </p:cNvPr>
          <p:cNvSpPr txBox="1"/>
          <p:nvPr/>
        </p:nvSpPr>
        <p:spPr>
          <a:xfrm>
            <a:off x="5542002" y="2828835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200" b="1" dirty="0"/>
              <a:t>홈</a:t>
            </a:r>
          </a:p>
        </p:txBody>
      </p:sp>
    </p:spTree>
    <p:extLst>
      <p:ext uri="{BB962C8B-B14F-4D97-AF65-F5344CB8AC3E}">
        <p14:creationId xmlns:p14="http://schemas.microsoft.com/office/powerpoint/2010/main" val="2832887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8951D7DA-F8AF-B1DF-84FD-6D1CFB1D0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08544" cy="6858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6E2A926-C70E-ACC7-3BA8-69AA32E1C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651" y="0"/>
            <a:ext cx="3613897" cy="6858000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7CDA3C74-93AD-77CC-4037-F691F8094E5B}"/>
              </a:ext>
            </a:extLst>
          </p:cNvPr>
          <p:cNvSpPr/>
          <p:nvPr/>
        </p:nvSpPr>
        <p:spPr>
          <a:xfrm>
            <a:off x="9999662" y="673100"/>
            <a:ext cx="1709737" cy="5377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/>
              <a:t>db</a:t>
            </a:r>
            <a:r>
              <a:rPr lang="en-US" altLang="ko-KR" b="1" dirty="0"/>
              <a:t> </a:t>
            </a:r>
            <a:r>
              <a:rPr lang="ko-KR" altLang="en-US" b="1" dirty="0"/>
              <a:t>작업 필요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19134CB-9512-E648-5D87-A60352B0E790}"/>
              </a:ext>
            </a:extLst>
          </p:cNvPr>
          <p:cNvSpPr/>
          <p:nvPr/>
        </p:nvSpPr>
        <p:spPr>
          <a:xfrm>
            <a:off x="9349581" y="1651000"/>
            <a:ext cx="3009898" cy="421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ko-KR" altLang="en-US" b="1" dirty="0"/>
              <a:t>테이블생성</a:t>
            </a:r>
            <a:endParaRPr lang="en-US" altLang="ko-KR" b="1" dirty="0"/>
          </a:p>
          <a:p>
            <a:pPr marL="342900" indent="-342900" algn="ctr">
              <a:buAutoNum type="arabicPeriod"/>
            </a:pPr>
            <a:r>
              <a:rPr lang="ko-KR" altLang="en-US" b="1" dirty="0"/>
              <a:t>주요 일정 삽입</a:t>
            </a:r>
            <a:r>
              <a:rPr lang="en-US" altLang="ko-KR" b="1" dirty="0"/>
              <a:t>(</a:t>
            </a:r>
            <a:r>
              <a:rPr lang="ko-KR" altLang="en-US" b="1" dirty="0"/>
              <a:t>완료</a:t>
            </a:r>
            <a:r>
              <a:rPr lang="en-US" altLang="ko-KR" b="1" dirty="0"/>
              <a:t>)</a:t>
            </a:r>
          </a:p>
          <a:p>
            <a:pPr marL="342900" indent="-342900" algn="ctr">
              <a:buAutoNum type="arabicPeriod"/>
            </a:pPr>
            <a:r>
              <a:rPr lang="ko-KR" altLang="en-US" b="1" dirty="0"/>
              <a:t>목표 정해서 넣기</a:t>
            </a:r>
          </a:p>
        </p:txBody>
      </p:sp>
    </p:spTree>
    <p:extLst>
      <p:ext uri="{BB962C8B-B14F-4D97-AF65-F5344CB8AC3E}">
        <p14:creationId xmlns:p14="http://schemas.microsoft.com/office/powerpoint/2010/main" val="487005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A03F82D-0D63-0E1D-78F9-D236C6156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625" y="0"/>
            <a:ext cx="97587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525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62</Words>
  <Application>Microsoft Office PowerPoint</Application>
  <PresentationFormat>와이드스크린</PresentationFormat>
  <Paragraphs>27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Courier New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강재민</dc:creator>
  <cp:lastModifiedBy>강재민</cp:lastModifiedBy>
  <cp:revision>5</cp:revision>
  <dcterms:created xsi:type="dcterms:W3CDTF">2026-06-08T09:31:12Z</dcterms:created>
  <dcterms:modified xsi:type="dcterms:W3CDTF">2026-06-08T16:14:40Z</dcterms:modified>
</cp:coreProperties>
</file>