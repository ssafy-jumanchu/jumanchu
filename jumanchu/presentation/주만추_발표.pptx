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SAFY\AppData\Local\Temp\claude\C--shy-jumanchu-jumanchu-presentation\80f25791-2493-44f0-8a99-d7294b779ddf\scratchpad\shots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SAFY\AppData\Local\Temp\claude\C--shy-jumanchu-jumanchu-presentation\80f25791-2493-44f0-8a99-d7294b779ddf\scratchpad\shots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SAFY\AppData\Local\Temp\claude\C--shy-jumanchu-jumanchu-presentation\80f25791-2493-44f0-8a99-d7294b779ddf\scratchpad\shots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SAFY\AppData\Local\Temp\claude\C--shy-jumanchu-jumanchu-presentation\80f25791-2493-44f0-8a99-d7294b779ddf\scratchpad\shots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SAFY\AppData\Local\Temp\claude\C--shy-jumanchu-jumanchu-presentation\80f25791-2493-44f0-8a99-d7294b779ddf\scratchpad\shots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SAFY\AppData\Local\Temp\claude\C--shy-jumanchu-jumanchu-presentation\80f25791-2493-44f0-8a99-d7294b779ddf\scratchpad\shots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SAFY\AppData\Local\Temp\claude\C--shy-jumanchu-jumanchu-presentation\80f25791-2493-44f0-8a99-d7294b779ddf\scratchpad\shots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SAFY\AppData\Local\Temp\claude\C--shy-jumanchu-jumanchu-presentation\80f25791-2493-44f0-8a99-d7294b779ddf\scratchpad\shots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SAFY\AppData\Local\Temp\claude\C--shy-jumanchu-jumanchu-presentation\80f25791-2493-44f0-8a99-d7294b779ddf\scratchpad\shots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SAFY\AppData\Local\Temp\claude\C--shy-jumanchu-jumanchu-presentation\80f25791-2493-44f0-8a99-d7294b779ddf\scratchpad\shots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SAFY\AppData\Local\Temp\claude\C--shy-jumanchu-jumanchu-presentation\80f25791-2493-44f0-8a99-d7294b779ddf\scratchpad\shots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SAFY\AppData\Local\Temp\claude\C--shy-jumanchu-jumanchu-presentation\80f25791-2493-44f0-8a99-d7294b779ddf\scratchpad\shots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SAFY\AppData\Local\Temp\claude\C--shy-jumanchu-jumanchu-presentation\80f25791-2493-44f0-8a99-d7294b779ddf\scratchpad\shots\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SAFY\AppData\Local\Temp\claude\C--shy-jumanchu-jumanchu-presentation\80f25791-2493-44f0-8a99-d7294b779ddf\scratchpad\shots\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SAFY\AppData\Local\Temp\claude\C--shy-jumanchu-jumanchu-presentation\80f25791-2493-44f0-8a99-d7294b779ddf\scratchpad\shots\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SAFY\AppData\Local\Temp\claude\C--shy-jumanchu-jumanchu-presentation\80f25791-2493-44f0-8a99-d7294b779ddf\scratchpad\shots\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SAFY\AppData\Local\Temp\claude\C--shy-jumanchu-jumanchu-presentation\80f25791-2493-44f0-8a99-d7294b779ddf\scratchpad\shots\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SAFY\AppData\Local\Temp\claude\C--shy-jumanchu-jumanchu-presentation\80f25791-2493-44f0-8a99-d7294b779ddf\scratchpad\shots\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SAFY\AppData\Local\Temp\claude\C--shy-jumanchu-jumanchu-presentation\80f25791-2493-44f0-8a99-d7294b779ddf\scratchpad\shots\slid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SAFY\AppData\Local\Temp\claude\C--shy-jumanchu-jumanchu-presentation\80f25791-2493-44f0-8a99-d7294b779ddf\scratchpad\shots\slide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2026-06-25T08:59:33Z</dcterms:created>
  <dcterms:modified xsi:type="dcterms:W3CDTF">2026-06-25T08:59:33Z</dcterms:modified>
</cp:coreProperties>
</file>